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071B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233172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2788920"/>
            <a:ext cx="310896" cy="310896"/>
          </a:xfrm>
          <a:prstGeom prst="ellipse">
            <a:avLst/>
          </a:prstGeom>
          <a:solidFill>
            <a:srgbClr val="3FA79B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3246120"/>
            <a:ext cx="310896" cy="310896"/>
          </a:xfrm>
          <a:prstGeom prst="ellipse">
            <a:avLst/>
          </a:prstGeom>
          <a:solidFill>
            <a:srgbClr val="4E7FA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17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· FINAL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Prep &amp;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90-Day Plan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37160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GRC interview questions with your own artifacts as evidence — then building the roadmap that carries you from the last day of the course to the first day of the job.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71600" y="4800600"/>
            <a:ext cx="9601200" cy="749808"/>
          </a:xfrm>
          <a:prstGeom prst="roundRect">
            <a:avLst>
              <a:gd name="adj" fmla="val 12195"/>
            </a:avLst>
          </a:prstGeom>
          <a:solidFill>
            <a:srgbClr val="071B2E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4800600"/>
            <a:ext cx="9144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Beginner–Intermediate GRC learners   |   Input: capstone program, résumé, LinkedIn   |   Output: interview fluency + a dated 90-day plan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 — Day 45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session is a rehearsal, not a lecture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an Answer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49424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 artifact-backed answer framework to any GRC question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every answer with evidence you can send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2122" y="1481328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1578" y="1682496"/>
            <a:ext cx="457200" cy="457200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13" name="Text 11"/>
          <p:cNvSpPr/>
          <p:nvPr/>
        </p:nvSpPr>
        <p:spPr>
          <a:xfrm>
            <a:off x="455157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00218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the Core Four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69866" y="2249424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· failing control · least privilege · SaaS vendor vetting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minutes each, without notes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5605" y="1481328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5061" y="16824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335061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83701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Scenarios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3349" y="2249424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answer in a named company with a real constraint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is what interviewers remember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863340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8096" y="4064508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40645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16736" y="406450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Pressure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6384" y="4631436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'I don't know, here's how I'd find out' without losing credibility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from a follow-up you cannot answer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32122" y="3863340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51578" y="4064508"/>
            <a:ext cx="457200" cy="457200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28" name="Text 26"/>
          <p:cNvSpPr/>
          <p:nvPr/>
        </p:nvSpPr>
        <p:spPr>
          <a:xfrm>
            <a:off x="4551578" y="40645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00218" y="406450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90 Days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69866" y="4631436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study, one real project, and an application cadence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Dated, weekly, and reviewable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15605" y="3863340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35061" y="406450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8335061" y="40645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83701" y="406450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the Portfolio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53349" y="4631436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final program, résumé and profile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evidence one click away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GRC Interview Is Actually Structured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— most candidates prepare only for the third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36776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1572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 screen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0" y="1572768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minutes. Can you state your target role, your frameworks and your evidence clearly? This is your LinkedIn headline spoken aloud.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569464"/>
            <a:ext cx="420624" cy="420624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5054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manager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0" y="2505456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communication and judgement. Expect: walk me through your program. This is where the Day 43 executive summary earns its keep.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502152"/>
            <a:ext cx="420624" cy="420624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34381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/ scenario round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0" y="3438144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four questions, plus scenario probes. Expect follow-ups designed to find the edge of what you actually did versus what you read.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79392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43484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43708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or panel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72000" y="4370832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 non-security manager. Can you explain a control to someone who does not want to hear about it? Translation is the tested skill.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5367528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5367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98448" y="5303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questions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72000" y="5303520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optional. What you ask tells the panel how you think about risk, ownership and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Artifact-Backed Answer Framework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→ Task → Action → Result, then the move most candidates never make: the evidence close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E4F1E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beats and a close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— name the company, size, sector and the constraint in one sentence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— what you were accountable for, stated as a deliverable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— the method, in steps, with the framework named and versioned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a number, or a decision that changed because of your work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close — 'I can share the register / policy / runbook if useful.'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90 seconds. Then stop talking and let them follow up.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3008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2464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BF0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CLOSE WORKS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2464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converts a claim into a fact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70752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candidates describe. You can produce.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invites the interviewer onto your ground — they will ask about the artifact, which you know cold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pre-empts the scepticism that scenario-based work naturally attracts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framing once, early: 'This was scenario-based project work from a structured program — here is the deliverable.'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plus evidence beats a vague claim of experience every single time.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“Walk Me Through a Risk Assessment.”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anchor: NDSA — the agency's first enterprise-wide risk assessment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559052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5590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157276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and context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0" y="157276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boundary with the business: which systems, which data, which regulations. At NDSA that meant citizen identity, biometric and tax records across legacy data centres and new cloud.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336292"/>
            <a:ext cx="420624" cy="420624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3362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35000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assets and threats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0" y="235000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the asset inventory, then pair each critical asset with credible threats — criminal and nation-state actors given the data's national significance.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3580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113532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1135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312724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likelihood and impact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0" y="312724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defined scale. At NDSA, impact must include public trust and parliamentary consequence, not only financial loss. Record inherent rating before controls.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81304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890772"/>
            <a:ext cx="420624" cy="420624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8907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390448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against appetite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72000" y="390448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residual rating to the risk appetite the governance brief defined. Anything above appetite requires a treatment decision by a named owner.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59028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66801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6680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98448" y="468172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Treat, then track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72000" y="468172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Mitigate, transfer, avoid or accept — with an owner, a date and a review point. Acceptances get signed and dated; unsigned acceptance is not acceptance.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36752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5445252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4452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98448" y="545896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and repeat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572000" y="545896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the governance forum, and re-run on a defined cycle or on material change. Close with: 'I can share the 22-risk register including one quantified ALE.'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You Handle a Control That's Failing an Audit?”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that separates a candidate from an auditor: the 5 C's, then the human conversation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E4F1E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it in the 5 C's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— what the control was supposed to achieve, and the source: policy, ISO 27001:2022 A.5.18, SOC 2 CC6.2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— what you actually observed, with sample size and dates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— why it failed: no owner, no automation, unclear procedure, competing priority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— the risk that is now live, tied to a risk register ID and a business impact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— agreed with the owner, with a date and a verification method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2464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BF0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2464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MarketNest · post-breach access review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70752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access to the customer database is broad across engineering, support and marketing, with limited logging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ambush the owner in the report. Walk the condition with them first and confirm the facts.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 control design failure from an operating failure — the remediation is completely different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owner disagrees, record management's response rather than softening the finding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on severity and unresolved disagreement, not on personality.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Interviewers listen for: do you own the finding, or do you fold under pushback?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“Explain Least Privilege.”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definition question that is really a test of whether you have implemented anything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E4F1E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Definition, then mechanics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identity — human or machine — gets the minimum access needed to do its job, for the minimum time.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Mechanics: role-based access, joiner-mover-leaver, standing versus just-in-time privilege, segregation of duties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exists: periodic access reviews with retained evidence and completed revocations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but distinct: need-to-know governs data; least privilege governs system entitlements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anchors: NIST CSF 2.0 PR.AA · ISO 27001:2022 A.5.15 and A.5.18 · NIST SP 800-53 AC-6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2464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BF0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2464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it in a scenario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70752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NovaCare Health — clinicians share logins at busy nursing stations and contractor accounts are rarely deactivated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there means individual accounts, break-glass for emergency clinical access, and a de-provisioning SLA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Labs — engineers hold broad standing access to production customer HR data; the fix is just-in-time elevation with approval and logging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NDSA — privileged access held widely and informally; the fix is full PAM with vaulting and quarterly recertification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answer this one abstractly. The definition takes fifteen seconds; the example is the interview.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You Vet a SaaS Vendor?”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anchor: MarketNest — breached through a vulnerable third-party support plugin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559052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5590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157276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by exposure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0" y="157276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does the vendor touch, can it reach production, and could an outage stop revenue? Tier drives depth — not every vendor deserves the same review.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336292"/>
            <a:ext cx="420624" cy="420624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3362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35000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evidence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0" y="235000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or ISO 27001 certificate with its scope statement, recent penetration test summary, sub-processor list, DPA, and breach-notification commitments.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3580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113532"/>
            <a:ext cx="420624" cy="420624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1135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312724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scope, not the logo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0" y="312724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 certificate covering only a data centre tells you nothing about the application. This single check is what separates real vendor risk work from box-ticking.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81304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890772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8907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390448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the gap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72000" y="390448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their controls to your requirements. Where they fall short: compensating control, contractual clause, or reject. Record the decision and who made it.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59028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66801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6680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98448" y="468172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and onboard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72000" y="468172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schedule, right to audit, incident notification window, data location and deletion terms — agreed before access is granted, not after.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367528"/>
            <a:ext cx="11094415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5445252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4452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98448" y="545896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and re-review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572000" y="5458968"/>
            <a:ext cx="67967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Re-assess on tier cadence and on trigger events: their breach, a scope change, or a merger. MarketNest's failure was that nobody watched the plugin after onboarding.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Rapid-Fire Question Bank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seconds to recognise, ninety seconds to answer — practise these aloud until they are boring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663440"/>
                <a:gridCol w="2864815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Are Really Testing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Anchor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between a risk and a finding?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Vocabulary discipline — risk is potential, finding is observed non-conformity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register vs audit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inherent vs residual risk?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you understand controls change the number, not the risk itself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register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you prioritise remediation?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judgement, not severity sorting — risk reduction per unit of 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43 maturity roadmap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evidence would you collect for an access review?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audit sense: population, sample, approvals, revocation proof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policy + audit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NIST CSF 2.0 different from ISO 27001?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vs certifiable management system; six Functions vs Annex A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comparison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first thing you do in a suspected breach?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say 'contain'. Confirm and triage first, and preserve evidence.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runbook, steps 1–3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you get a busy engineer to give you evidence?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Polite persistence, deadlines with context, escalation as a last resort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fieldwork experience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metrics would you report to a board?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skill — exposure trend, control coverage, overdue actions, not raw alert 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answer takes you more than 90 seconds, it is not ready. Practise trimming, not expanding.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With Your Portfolio Artifacts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has an artifact behind it — this map is what you rehearse from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566160"/>
                <a:gridCol w="4236415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 You Reach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Evidence Close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me through a risk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register with quantitative example + gap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“22 risks, one quantified at £128k ALE — I can share the register.”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you handle a failing control?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report with findings in the 5 C's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“Here's a finding with criteria, condition, cause, consequence and agreed action.”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least privilege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policy + asset inventory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“My IAM policy covers JML, privileged access and quarterly reviews.”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you vet a SaaS vendor?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/ vendor risk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tier by data access and production reachability — here's the assessment.”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would you build a program from scratch?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program mapped to NIST CSF 2.0 + executive 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built one across all six Functions — the summary is one page.”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you handle sensitive data sprawl?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DLP policy + data classification tiers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“Classification first, then channel-level rules — here's the policy.”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you change security behaviour?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awareness program outline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“Role-based modules, phishing cadence, and the metrics I'd report.”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you do in your first 90 days?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90-day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“Listen, inventory, assess, then propose — I'll walk you through it.”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this table. It is the single most useful page of interview preparation you will produce.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Simulations for Mock Interviews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company, read the constraint, answer as if you already work there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023360"/>
                <a:gridCol w="4510735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Interviewer's Opening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Strong Answer Contains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PayFlow (fintech, Lagos)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“An API key was found on public GitHub yesterday. It's 9am. Go.”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 and rotate, scope the exposure window, preserve logs, then the secrets-management control that prevents recurrence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NovaCare Health (Austin)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“Our backups have never been restored. Convince my CFO to fund testing.”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in patient-care downtime and RTO, not IT terms; cite the neighbouring hospital's ransomware outage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MarketNest (Manchester)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ICO has opened an inquiry. What do you do in week one?”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Post-incident review, evidence preservation, 72-hour UK GDPR position, third-party plugin scope, seller communications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Helios Grid (Frankfurt)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 and OT won't talk to each other. How do you build one program?”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governance forum, safety-based risk appetite, passive OT monitoring, vendor remote-access inventory, NIS2 reporting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Quanta Labs (Bangalore)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“Two enterprise deals are frozen pending SOC 2. What's your 60-day plan?”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the ISMS, gap assess, prioritise CC6 access controls, launch awareness, sequence toward a Type I then Type 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NDSA (Nairobi)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“Parliament wants answers about an exposed database. Brief the minister.”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language, what happened and what did not, immediate containment, the governance change, and the audit commitment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companies between rounds so learners cannot rehearse one scenario and coast.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Questions — and Your Red Flags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ask reveals how you think; what you say by accident reveals how you 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E4F1E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that land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the risk register look like today, and who owns it?”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framework are you assessed against, and when is the next audit?”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does security get a decision from the business when there's disagreement?”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hardest control to get evidence for here?”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success in this role look like at six months?”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signals that you have done the work, not just read about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2464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BE3E3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2464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red flags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70752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Implying scenario companies were employers — say 'scenario-based project work' before you are asked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 framework without its version, or misstating CSF 2.0's six Functions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'contain' first in a breach question, before confirmation and evidence preservation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a certification you have only passed the exam for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Bluffing. 'I haven't done that — here's how I'd approach it and what I'd need' is a strong answer.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for four minutes. Answer, close with evidence, stop.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90-Day Post-Course Plan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phases, one certification, one real project, and an application cadence you can sustain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94944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Certification, booked and dated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1680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4560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8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27984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 open-source project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4720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97600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61024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per week, realistically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47759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0639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94063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applications per week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852928"/>
            <a:ext cx="11094415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" y="3054096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four numbers and not more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" y="3538728"/>
            <a:ext cx="1045433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certification, finished, beats three started. Sequencing is the whole discipline of this plan.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keeps your skills current while you apply — and gives you something new to say in month three that you could not say in month one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to ten study hours is what a working adult sustains. Twenty is a plan you will abandon in week three.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targeted applications with a tailored summary beat forty generic ones — and GRC hiring managers can tell the difference instantly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dated and reviewed weekly. An undated plan is a wish list.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8704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plan today, on one page, and put the weekly review in your calendar before you leave the room.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1–30 · 31–60 · 61–90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one dominant goal — do not run all three at once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27450" cy="4416552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16736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Study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49424"/>
            <a:ext cx="307025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the exam in week one. Unbooked means unfinished.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schedule: two weekday evenings plus one weekend block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primary resource and one question bank — not five of each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Weekly: one timed practice section, reviewed for wrong answers only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portfolio live: fix one artifact defect per week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2–3 per week while studying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2122" y="1481328"/>
            <a:ext cx="3527450" cy="4416552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1578" y="1682496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3" name="Text 11"/>
          <p:cNvSpPr/>
          <p:nvPr/>
        </p:nvSpPr>
        <p:spPr>
          <a:xfrm>
            <a:off x="455157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00218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Real Project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69866" y="2249424"/>
            <a:ext cx="307025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the exam early in this phase if the date allows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project and finish it: volunteer a risk assessment for a charity or small business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contribute to an open-source security project — control mappings, policy templates, documentation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run a full assessment against a public framework release and publish the gap analysis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it must produce a document someone other than you will read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5 per week, tailored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5605" y="1481328"/>
            <a:ext cx="3527450" cy="4416552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5061" y="16824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335061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83701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and Interview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3349" y="2249424"/>
            <a:ext cx="307025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become the main activity, not the leftover one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targeted applications weekly, each with a summary line rewritten for that advert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mock interviews per week — one core-four drill, one scenario round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application: role, date, source, outcome, and the question you answered worst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that tracker weekly and fix the recurring weak answer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two people in the field each week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Weekly Practice Schedule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to adapt — the point is that it is written down, repeated and reviewed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1005840"/>
                <a:gridCol w="377921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You Can Point 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evening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study — one domain, then 20 practice questions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Wrong-answer log with the reason for each miss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evening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study — review the wrong-answer log, then a new 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Shrinking error list per 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30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Rapid-fire drill — answer three questions aloud from the bank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trimmed to under 90 seconds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 morning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work — the volunteer assessment or open-source contribution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document, committed or sent, every fortnight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 afternoon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 — 5 targeted, each with a tailored summary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tracker updated with source and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45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interview with a peer — rotate scenario companies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one question you answered worst, written 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15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review — progress against the 90-day plan, adjust next week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dated one-line entry. Never skip this.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roughly 9 hours a week. Sustainable beats ambitious — the plan you keep is the plan that works.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1482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Interview Rounds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(5 min)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three: candidate, interviewer, observer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scenario company at random from the six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interviewer gets the opening line from the simulations slide; the candidate does not see it in advance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6026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3770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structure (30 min, rotate)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2058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one of the core four, answered with the artifact-backed framework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a scenario probe from the drawn company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one rapid-fire question, 90 seconds hard stop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interviewer must ask one follow-up designed to find the edge of the candidate's real experience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roles so everyone plays all three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3413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1157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Observer feedback (15 min)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9445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observer scores three things only, and says them plainly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Did the answer name a company, a framework and a number?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Did it end with an evidence close, or trail off?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Did the candidate bluff at any point, or say honestly what they had not done?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leaves with one specific thing to fix.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E4F1E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468112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three rehearsed answers under pressure, and a written note of your weakest one.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1482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90-Day Plan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the fixed points (15 min)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certification and your target exam date — an actual date, not a month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project and the document it will produce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weekly application target and where you will source roles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day and time of your weekly review, and add it to your calendar now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6026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3770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schedule (20 min)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2058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weekly template to your real life — shifts, family, commute, energy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it until it is honestly sustainable, then cut ten percent more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two things you will stop doing to make room. This step is not optional.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accountability partner from this room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3413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1157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 it (15 min)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9445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plans with your accountability partner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 for each item: what happens in the week this falls apart?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minimum viable version of each phase — the version you do on a bad week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check-in date 30 days out, and put it in both calendars before you leave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E4F1E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468112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one-page dated 90-day plan, stress-tested, with an accountability partner and a diarised check-in.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1482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Two-Minute Portfolio Walkthrough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(10 min)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three artifacts you would show a hiring manager who gave you two minutes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them: the one that proves judgement, the one that proves method, the one that proves detail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learners choose the executive summary, the risk register and the IR runbook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 for each explaining why it exists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6026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3770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(20 min)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2058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minutes, standing, no notes, to a partner playing a hiring manager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the company and its constraint in one sentence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evidence chain: risk → control → policy → finding → remediation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by naming the biggest gap in your own program, honestly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and repeat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3413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1157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(15 min)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9445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feedback on one question: which artifact was most convincing, and why?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based on the answer — lead with what actually landed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anything that needed explaining twice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two-minute walkthrough is now your answer to 'tell me about your experience'.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E4F1E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468112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rehearsed two-minute portfolio walkthrough built around your three strongest artifacts.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Self-Check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checkpoint of the program — answer both before you leave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71B2E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81328"/>
            <a:ext cx="103263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you walk through what happens, step by step, from the moment an incident is detected — and explain how you'd vet a new SaaS vendor?”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539642" cy="2606040"/>
          </a:xfrm>
          <a:prstGeom prst="roundRect">
            <a:avLst>
              <a:gd name="adj" fmla="val 2807"/>
            </a:avLst>
          </a:prstGeom>
          <a:solidFill>
            <a:srgbClr val="12365A"/>
          </a:solidFill>
          <a:ln w="12700">
            <a:solidFill>
              <a:srgbClr val="2A5B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3291840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incident half — say it in six steps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86384" y="3730752"/>
            <a:ext cx="30824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declare · triage and scope · contain · notify · eradicate and recover · post-incident review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who declares and at what severity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clock: 72 hours under UK GDPR for MarketNest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“I can share the runbook.”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6026" y="3108960"/>
            <a:ext cx="3539642" cy="2606040"/>
          </a:xfrm>
          <a:prstGeom prst="roundRect">
            <a:avLst>
              <a:gd name="adj" fmla="val 2807"/>
            </a:avLst>
          </a:prstGeom>
          <a:solidFill>
            <a:srgbClr val="12365A"/>
          </a:solidFill>
          <a:ln w="12700">
            <a:solidFill>
              <a:srgbClr val="2A5B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5482" y="3291840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vendor half — say it in six steps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3770" y="3730752"/>
            <a:ext cx="30824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by exposure · request evidence · read the certificate scope · assess the gap · contract and onboard · monitor and re-review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evidence: SOC 2 Type II, ISO 27001 scope, pen test summary, DPA, sub-processors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“I can share the vendor assessment.”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3413" y="3108960"/>
            <a:ext cx="3539642" cy="2606040"/>
          </a:xfrm>
          <a:prstGeom prst="roundRect">
            <a:avLst>
              <a:gd name="adj" fmla="val 2807"/>
            </a:avLst>
          </a:prstGeom>
          <a:solidFill>
            <a:srgbClr val="12365A"/>
          </a:solidFill>
          <a:ln w="12700">
            <a:solidFill>
              <a:srgbClr val="2A5B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2869" y="3291840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 you are aiming for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41157" y="3730752"/>
            <a:ext cx="30824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answers, out loud, in under two minutes each, without notes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grounded in a named scenario company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ending with an artifact you can actually send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do this today, you are ready to interview. That was the point of all forty-five days.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704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pair of questions opens more entry-level GRC interviews than any other. You now have a documented, evidenced answer to both.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7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FINAL DELIVERABLE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Polished Portfolio + Updated Résumé and LinkedIn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— The portfolio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capstone artifacts published, versioned and dated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landing README with a two-sentence summary and a linked artifact table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 disclaimer stated once, at the top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program mapped to all six NIST CSF 2.0 Functions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one-page executive summary as the first click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broken links, no placeholder text, consistent dates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6026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3770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— Résumé and LinkedIn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2058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résumé targeting one entry role, with seven artifact-backed bullets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framework named with its version; every project bullet carrying a number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work labelled unambiguously as scenario-based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headline, About, pinned skills and Featured section all updated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URL in the résumé header and in Featured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3413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1157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— The 90-day plan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9445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page: certification with a booked date, project, application cadence, weekly schedule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diarised; accountability partner named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30-day check-in agreed and in the calendar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all three together — portfolio link, résumé PDF, plan.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final deliverable of the 45-day program.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FBF0DC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468112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one week after Day 45. Submit as a single email: portfolio URL, résumé PDF, LinkedIn URL, and your 90-day plan.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45 — Interview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Forty-five days built the evidence. The next ninety days convert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2745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govern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49424"/>
            <a:ext cx="30702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brief, set appetite, name owners, and run a reporting cadence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2122" y="1481328"/>
            <a:ext cx="352745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1578" y="1682496"/>
            <a:ext cx="457200" cy="457200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13" name="Text 11"/>
          <p:cNvSpPr/>
          <p:nvPr/>
        </p:nvSpPr>
        <p:spPr>
          <a:xfrm>
            <a:off x="455157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00218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identify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69866" y="2249424"/>
            <a:ext cx="30702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assets, build a register, quantify one risk in money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5605" y="1481328"/>
            <a:ext cx="352745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5061" y="1682496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8" name="Text 16"/>
          <p:cNvSpPr/>
          <p:nvPr/>
        </p:nvSpPr>
        <p:spPr>
          <a:xfrm>
            <a:off x="8335061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83701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protect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3349" y="2249424"/>
            <a:ext cx="30702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IAM, DLP and awareness controls tied to classification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352745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8096" y="3813048"/>
            <a:ext cx="457200" cy="457200"/>
          </a:xfrm>
          <a:prstGeom prst="ellipse">
            <a:avLst/>
          </a:prstGeom>
          <a:solidFill>
            <a:srgbClr val="3FA79B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16736" y="381304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detect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6384" y="4379976"/>
            <a:ext cx="30702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monitoring coverage and write a finding in the 5 C's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32122" y="3611880"/>
            <a:ext cx="352745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51578" y="381304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4551578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00218" y="381304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respond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69866" y="4379976"/>
            <a:ext cx="30702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runbook, call severity, and meet a notification clock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15605" y="3611880"/>
            <a:ext cx="352745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35061" y="3813048"/>
            <a:ext cx="457200" cy="457200"/>
          </a:xfrm>
          <a:prstGeom prst="ellipse">
            <a:avLst/>
          </a:prstGeom>
          <a:solidFill>
            <a:srgbClr val="B07B28"/>
          </a:solidFill>
          <a:ln/>
        </p:spPr>
      </p:sp>
      <p:sp>
        <p:nvSpPr>
          <p:cNvPr id="33" name="Text 31"/>
          <p:cNvSpPr/>
          <p:nvPr/>
        </p:nvSpPr>
        <p:spPr>
          <a:xfrm>
            <a:off x="8335061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83701" y="381304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recover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53349" y="4379976"/>
            <a:ext cx="30702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RTO and RPO, test a restoration, and close the learning loop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GRC Mastery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Day 45 — Interview Prep &amp; 90-Day Plan</dc:title>
  <dc:subject>GRC interview preparation and post-course roadmap</dc:subject>
  <dc:creator>Cybersecurity GRC Mastery Program</dc:creator>
  <cp:lastModifiedBy>Cybersecurity GRC Mastery Program</cp:lastModifiedBy>
  <cp:revision>1</cp:revision>
  <dcterms:created xsi:type="dcterms:W3CDTF">2026-07-25T22:38:26Z</dcterms:created>
  <dcterms:modified xsi:type="dcterms:W3CDTF">2026-07-25T22:38:26Z</dcterms:modified>
</cp:coreProperties>
</file>