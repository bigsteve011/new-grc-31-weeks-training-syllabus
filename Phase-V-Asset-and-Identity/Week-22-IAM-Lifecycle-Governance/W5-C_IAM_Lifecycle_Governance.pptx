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89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43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-2011680"/>
            <a:ext cx="5486400" cy="5486400"/>
          </a:xfrm>
          <a:prstGeom prst="ellipse">
            <a:avLst/>
          </a:prstGeom>
          <a:solidFill>
            <a:srgbClr val="2C3785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48056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Lifecycle &amp; Governance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Joiner-Mover-Leaver, access reviews, identity governance, and common audit findings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Joiner-Mover-Leaver (JML)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5F6F9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66544"/>
            <a:ext cx="2971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or contractor provisioned with role-appropriate access from day 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DFF3F5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645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066544"/>
            <a:ext cx="2971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adjusted when someone changes role, department, or project — old access removed, not just new access added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4630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5F6F9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1645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2066544"/>
            <a:ext cx="2971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revoked promptly on the employee's or contractor's last active day — no delay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"Mover" stage is the most commonly missed — accumulated access from prior roles is called privilege creep.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JML Failures in the Case Studies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Health: "former contractors' accounts are rarely deactivated promptly" — a textbook Leaver-stage failure that leaves live credentials for departed personnel.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NDSA: "poor offboarding of departing staff and vendors" at national scale — the same Leaver failure, but against Restricted-tier citizen data.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Grid: fragmented IAM "across old and new systems" means a single Mover event may require updates in multiple disconnected systems — easy to miss one.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JML process ties HR system-of-record events (hire, transfer, termination) directly to automated provisioning/deprovisioning triggers.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and Deprovisioning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Provisioning: grant access based on a defined role/attribute mapping — never ad hoc, never "copy this other person's access."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Deprovisioning: should be triggered automatically from the HR/identity system, not rely on a manual ticket someone might forget to file.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SLA: privileged access removed within hours of a termination event; standard access within one business day.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"Copy access from a peer" is the single most common source of privilege creep — it silently propagates every prior mistake.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Reviews and Recertification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access reviews: owners re-certify that each person on their asset still needs the access they hold — typically quarterly for standard access, more frequently for privileged access.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recertification is only meaningful evidence if the reviewer actually evaluates each entry — a rubber-stamped "approve all" defeats the control's purpose.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auditors expect: review dates, reviewer identity, entries revoked as a result, and a follow-up confirming revocation actually happened.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deliverable that most directly answers the milestone question: it is how you prove access is appropriate, not just assert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417320"/>
            <a:ext cx="4023360" cy="4572000"/>
          </a:xfrm>
          <a:prstGeom prst="roundRect">
            <a:avLst>
              <a:gd name="adj" fmla="val 1818"/>
            </a:avLst>
          </a:prstGeom>
          <a:solidFill>
            <a:srgbClr val="FDF0D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18120" y="2020824"/>
            <a:ext cx="356616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suspicious that an access review was rubber-stamped rather than genuinely performed?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Governance and Administration (IGA)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ties together policy, workflow, and technology so that JML, provisioning, and reviews operate as one governed program instead of disconnected tasks.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IGA capabilities: centralized identity repository, role/attribute catalog, automated workflow for approvals, and a full audit trail of every access change.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between the identity system of record (HR) and the entitlement system (IAM tooling) must stay synchronized — drift between them is a recurring audit finding.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Labs' "inconsistent secrets management" and broad engineer access to production is a governance gap, not a one-off technical bug — it needs an IGA-level fix, not a single ticket.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AUDITORS LOOK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IAM Audit Findings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274552" cy="1341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Root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Case-Study 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Orphaned accounts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automated deprovisioning trigger from 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NovaCare — former contractor accounts left active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privileged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PAM program, no periodic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NDSA — widely and informally held privilege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evidence of access 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not performed or not documented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MarketNest — broad, unlogged database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Shared/generic credentials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Convenience prioritized over accountability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NovaCare — shared nursing-station logins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Access Is Appropriate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auditor doesn't accept "we believe access is appropriate" — they want a documented control operating consistently over time.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evidence package: current role-to-access mapping, JML process documentation, most recent completed access review with sign-off, and PAM logs for privileged accounts.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expect an auditor to pick a handful of individuals and trace their access history end-to-end — inconsistency in even one sample can sink the finding.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evidence package is exactly what this week's three hands-on deliverables (inventory, IAM policy, access-review process) build toward together.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Leaver Process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265615" y="25603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9265615" y="256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106372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NovaCare's former contractor accounts are rarely deactivated promptly, leaving live credentials for people no longer engaged with the organization.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 groups, map the ideal Leaver process from HR termination event to final access revocation — list each step and who owns it.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maximum acceptable delay for privileged vs. standard access revocation, and justify your numbers.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one automated control that would have prevented NovaCare's specific failure.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 Access Review Cadence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265615" y="25603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9265615" y="256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MarketNest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106372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MarketNest's customer database has broad, unlogged access across engineering, support, and marketing, with no documented review process — a gap the ICO inquiry will scrutinize.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class, propose a review cadence (who reviews, how often) for each of the three teams with database access.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3 questions a reviewer should have to answer for every access entry to make the review meaningful (not rubber-stamped).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0D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1094415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SELF-CHECK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10180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design a role-based access scheme for a small org and explain how you'd prove (to an auditor) that access is appropriate?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all three legs: an asset inventory with classifications, an IAM policy defining the access model, and a JML/review process that generates evidence.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5 hands-on deliverables together ARE your answer to this question — treat this as your capstone check before Week 6.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Deliverable: Quarterly Access-Review Process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0408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65836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 quarterly access-review process for your assigned case-study company, covering standard and privileged access separately.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review scope, reviewer roles, review questions, escalation path for flagged entries, and the evidence artifact produced at the end of each cycle.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your process would have caught your company's specific documented access failure (e.g., orphaned accounts, shared logins).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691640"/>
            <a:ext cx="3824935" cy="4343400"/>
          </a:xfrm>
          <a:prstGeom prst="roundRect">
            <a:avLst>
              <a:gd name="adj" fmla="val 1913"/>
            </a:avLst>
          </a:prstGeom>
          <a:solidFill>
            <a:srgbClr val="2C378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224028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privileged cadence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reviewer roles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 checklist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defined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a specific case-study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this with Sessions A and B's deliverables — together they form your Week 5 evidence package.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 Recap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 — Joiner, Mover, Leaver — governs access across an identity's entire lifecycle, not just at hire.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and deprovisioning should be automated and HR-triggered, not manual or ad hoc.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 only count as a control if they're genuinely performed and documented.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governance ties policy, workflow, and technology into one auditable program.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Week 5's three deliverables form the evidence package that proves access is appropriate.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C — IAM Lifecycle &amp;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1363</Words>
  <Application>Microsoft Office PowerPoint</Application>
  <PresentationFormat>Widescreen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Stephen Omowumi</cp:lastModifiedBy>
  <cp:revision>1</cp:revision>
  <dcterms:created xsi:type="dcterms:W3CDTF">2026-07-12T15:29:48Z</dcterms:created>
  <dcterms:modified xsi:type="dcterms:W3CDTF">2026-07-12T15:39:30Z</dcterms:modified>
</cp:coreProperties>
</file>